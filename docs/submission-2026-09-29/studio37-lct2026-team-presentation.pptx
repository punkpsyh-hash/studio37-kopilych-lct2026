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65" r:id="rId2"/>
    <p:sldId id="366" r:id="rId3"/>
    <p:sldId id="362" r:id="rId4"/>
    <p:sldId id="364" r:id="rId5"/>
    <p:sldId id="375" r:id="rId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/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>
        <p:scale>
          <a:sx n="100" d="100"/>
          <a:sy n="100" d="100"/>
        </p:scale>
        <p:origin x="1224" y="451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 dirty="0"/>
              <a:t>студия 37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 dirty="0"/>
              <a:t>Задача 6. Мобильное приложение по повышению финансовой грамотности детей и молодежи Москвы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257669D-34B6-7AA7-AF9A-9C1607983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243" y="349885"/>
            <a:ext cx="2872797" cy="125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39" name="Рисунок 38" descr="Изображение выглядит как текст, Графика, Шрифт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C7CD974-0002-35FE-7514-A270B0863F1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56" b="10056"/>
          <a:stretch>
            <a:fillRect/>
          </a:stretch>
        </p:blipFill>
        <p:spPr>
          <a:xfrm>
            <a:off x="0" y="334963"/>
            <a:ext cx="6456363" cy="2971800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lang="ru-RU" sz="1200" b="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Забота о питомце связывает выбор расходов, накопление и объяснимый результат. Необходимость зарабатывать и грамотно распределять игровую валюту помогут развить финансовую грамотность вне игрового пространства.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Колесников Никита Юрьевич, бакалавр 09.03.01 Информатика и вычислительная техника</a:t>
            </a:r>
            <a:endParaRPr lang="ru-RU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4</a:t>
            </a:r>
            <a:r>
              <a:rPr lang="ru-RU" dirty="0">
                <a:solidFill>
                  <a:schemeClr val="tx1"/>
                </a:solidFill>
              </a:rPr>
              <a:t>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Заинтересовала возможность совместной разработки интересного программного продукта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ГБПОУ МО «Луховицкий авиационный техникум»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Московская область, Луховицы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студия 37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200" dirty="0">
                <a:solidFill>
                  <a:schemeClr val="tx1"/>
                </a:solidFill>
              </a:rPr>
              <a:t>Игровой </a:t>
            </a:r>
            <a:r>
              <a:rPr lang="ru-RU" sz="1200" dirty="0" err="1">
                <a:solidFill>
                  <a:schemeClr val="tx1"/>
                </a:solidFill>
              </a:rPr>
              <a:t>Android</a:t>
            </a:r>
            <a:r>
              <a:rPr lang="ru-RU" sz="1200" dirty="0">
                <a:solidFill>
                  <a:schemeClr val="tx1"/>
                </a:solidFill>
              </a:rPr>
              <a:t>-прототип для детей 7–11 лет. Ребёнок выбирает питомца и распоряжается условными монетами: распределяет игровую валюту на повседневные нужды, копит на мечту, откладывает про запас.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Проектировщик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@EgoRus26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+79055164857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ГБПОУ МО «Луховицкий авиационный техникум»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Егор Кручинин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Тестировщик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@generalxaxe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+79015289961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ГБПОУ МО «Луховицкий авиационный техникум»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Лев Павлов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Технический писатель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@Demetrius_777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+79169987647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ГБПОУ МО «Луховицкий авиационный техникум»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Дмитрий </a:t>
            </a:r>
            <a:r>
              <a:rPr lang="ru-RU" sz="1600" b="1" dirty="0" err="1">
                <a:solidFill>
                  <a:schemeClr val="accent5"/>
                </a:solidFill>
              </a:rPr>
              <a:t>Висляев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8A7084B-9E96-D30B-E39B-6AFB3CD1E29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257" b="257"/>
          <a:stretch/>
        </p:blipFill>
        <p:spPr>
          <a:xfrm>
            <a:off x="581025" y="1816100"/>
            <a:ext cx="1722438" cy="1552575"/>
          </a:xfr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4866D34-18EC-7D73-00D9-6F87678F28F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1186" b="1186"/>
          <a:stretch/>
        </p:blipFill>
        <p:spPr>
          <a:xfrm>
            <a:off x="2886075" y="1827213"/>
            <a:ext cx="1722438" cy="1541462"/>
          </a:xfr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3FCA67B-F11F-6AB9-DDBE-A79C7B520F3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l="6274" r="6274"/>
          <a:stretch/>
        </p:blipFill>
        <p:spPr>
          <a:xfrm>
            <a:off x="5191125" y="1809750"/>
            <a:ext cx="1722438" cy="1558925"/>
          </a:xfr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33E8729-F1A6-6A7E-D6AA-215B42725A81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7"/>
          <a:srcRect t="1795" b="1795"/>
          <a:stretch/>
        </p:blipFill>
        <p:spPr>
          <a:xfrm>
            <a:off x="7519988" y="1809750"/>
            <a:ext cx="1722437" cy="1558925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Команда «студия 37»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@iMrflashI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+79096553762</a:t>
            </a:r>
            <a:endParaRPr lang="ru-RU" sz="105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ГБПОУ МО «Луховицкий авиационный техникум»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Никита Колесников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Первый опыт совместного участия команды обучающихся и преподавателей. Заинтересовала возможность поработать над интересным и перспективным проектом с использованием новых для наст технологий.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Практическая новизна используемых технологий для участников команды. Работа с 3</a:t>
            </a:r>
            <a:r>
              <a:rPr lang="en-US" dirty="0">
                <a:solidFill>
                  <a:schemeClr val="tx1"/>
                </a:solidFill>
              </a:rPr>
              <a:t>D</a:t>
            </a:r>
            <a:r>
              <a:rPr lang="ru-RU" dirty="0">
                <a:solidFill>
                  <a:schemeClr val="tx1"/>
                </a:solidFill>
              </a:rPr>
              <a:t>-моделями и их анимацией, оптимизацией приложения для широкого круга мобильных устройств.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Важность аспекта финансовой грамотности, актуальная не только для детей 7-11 лет. Перспективность направлений развития приложения в виде полноценной интеграции внеурочной деятельностью </a:t>
            </a:r>
            <a:r>
              <a:rPr lang="ru-RU" dirty="0" err="1">
                <a:solidFill>
                  <a:schemeClr val="tx1"/>
                </a:solidFill>
              </a:rPr>
              <a:t>обчующихся</a:t>
            </a:r>
            <a:r>
              <a:rPr lang="ru-RU" dirty="0">
                <a:solidFill>
                  <a:schemeClr val="tx1"/>
                </a:solidFill>
              </a:rPr>
              <a:t> начальной школы.  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3" name="Заголовок 6">
            <a:extLst>
              <a:ext uri="{FF2B5EF4-FFF2-40B4-BE49-F238E27FC236}">
                <a16:creationId xmlns:a16="http://schemas.microsoft.com/office/drawing/2014/main" id="{76FB4B49-2F69-7CAD-1E11-240084958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449263"/>
            <a:ext cx="9863138" cy="376237"/>
          </a:xfrm>
        </p:spPr>
        <p:txBody>
          <a:bodyPr/>
          <a:lstStyle/>
          <a:p>
            <a:r>
              <a:rPr lang="ru-RU" dirty="0">
                <a:latin typeface="+mn-lt"/>
              </a:rPr>
              <a:t>Команда «студия 37»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 err="1">
                <a:solidFill>
                  <a:schemeClr val="tx1"/>
                </a:solidFill>
              </a:rPr>
              <a:t>Android</a:t>
            </a:r>
            <a:r>
              <a:rPr lang="ru-RU" sz="1400" dirty="0">
                <a:solidFill>
                  <a:schemeClr val="tx1"/>
                </a:solidFill>
              </a:rPr>
              <a:t>-приложение на </a:t>
            </a:r>
            <a:r>
              <a:rPr lang="ru-RU" sz="1400" dirty="0" err="1">
                <a:solidFill>
                  <a:schemeClr val="tx1"/>
                </a:solidFill>
              </a:rPr>
              <a:t>Flutter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</a:rPr>
              <a:t>3D-мир в </a:t>
            </a:r>
            <a:r>
              <a:rPr lang="ru-RU" sz="1400" dirty="0" err="1">
                <a:solidFill>
                  <a:schemeClr val="tx1"/>
                </a:solidFill>
              </a:rPr>
              <a:t>WebView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Локальное сохранение и офлайн-цикл.</a:t>
            </a:r>
          </a:p>
          <a:p>
            <a:r>
              <a:rPr lang="ru-RU" sz="1400" dirty="0">
                <a:solidFill>
                  <a:schemeClr val="tx1"/>
                </a:solidFill>
              </a:rPr>
              <a:t>Условная валюта без платежей.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Принятое учебное решении концепции Планировать – Копить – Выбирать.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b="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Необходимость популяризации самостоятельного игрового опыта для детей 7–11 лет, </a:t>
            </a:r>
            <a:r>
              <a:rPr lang="ru-RU" sz="14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</a:t>
            </a:r>
            <a:r>
              <a:rPr lang="ru-RU" sz="1400" b="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пособствующий развитию навыков финансовой грамотности.</a:t>
            </a:r>
          </a:p>
          <a:p>
            <a:pPr marL="0" indent="0">
              <a:buNone/>
            </a:pPr>
            <a:r>
              <a:rPr lang="ru-RU" sz="1400" b="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Внедрение более обоснованных, реальных финансовых подходов, объясняющих устройство экономики.</a:t>
            </a:r>
          </a:p>
          <a:p>
            <a:pPr marL="0" indent="0">
              <a:buNone/>
            </a:pPr>
            <a:r>
              <a:rPr lang="ru-RU" sz="1400" b="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Нативно</a:t>
            </a:r>
            <a:r>
              <a:rPr lang="ru-RU" sz="1400" b="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понятные задания, построенных на аналогиях реального мира, возможность интеграции с внеурочной деятельностью обучающихся начальных классов.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11194</TotalTime>
  <Words>393</Words>
  <Application>Microsoft Office PowerPoint</Application>
  <PresentationFormat>Широкоэкранный</PresentationFormat>
  <Paragraphs>62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Montserrat</vt:lpstr>
      <vt:lpstr>Wingdings</vt:lpstr>
      <vt:lpstr>Для Академия инноваторов 16_9</vt:lpstr>
      <vt:lpstr>студия 37</vt:lpstr>
      <vt:lpstr>студия 37</vt:lpstr>
      <vt:lpstr>Команда «студия 37»</vt:lpstr>
      <vt:lpstr>Команда «студия 37»</vt:lpstr>
      <vt:lpstr>КОРОТКО О РЕШЕНИИ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Admin</cp:lastModifiedBy>
  <cp:revision>96</cp:revision>
  <dcterms:created xsi:type="dcterms:W3CDTF">2023-05-15T07:36:23Z</dcterms:created>
  <dcterms:modified xsi:type="dcterms:W3CDTF">2026-09-29T19:59:27Z</dcterms:modified>
</cp:coreProperties>
</file>