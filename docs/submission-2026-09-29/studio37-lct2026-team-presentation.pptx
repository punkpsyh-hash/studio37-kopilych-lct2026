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"/>
  </p:notesMasterIdLst>
  <p:handoutMasterIdLst>
    <p:handoutMasterId r:id="rId8"/>
  </p:handoutMasterIdLst>
  <p:sldIdLst>
    <p:sldId id="365" r:id="rId2"/>
    <p:sldId id="366" r:id="rId3"/>
    <p:sldId id="362" r:id="rId4"/>
    <p:sldId id="364" r:id="rId5"/>
    <p:sldId id="375" r:id="rId6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/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/>
        </p14:section>
        <p14:section name="Материалы" id="{0F84D0DE-CEB1-417E-B269-8B3EB04B5FA6}">
          <p14:sldIdLst/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>
        <p:scale>
          <a:sx n="100" d="100"/>
          <a:sy n="100" d="100"/>
        </p:scale>
        <p:origin x="1224" y="451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handoutMaster" Target="handoutMasters/handout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29.09.2026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29.09.2026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29.09.2026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29.09.2026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29.09.2026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29.09.2026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29.09.2026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 dirty="0"/>
              <a:t>студия 37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rPr lang="ru-RU" dirty="0"/>
              <a:t>Задача 6. Мобильное приложение по повышению финансовой грамотности детей и молодежи Москвы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0" name="Image 3" descr=" ">
            <a:extLst>
              <a:ext uri="{FF2B5EF4-FFF2-40B4-BE49-F238E27FC236}">
                <a16:creationId xmlns:a16="http://schemas.microsoft.com/office/drawing/2014/main" id="{C257669D-34B6-7AA7-AF9A-9C1607983C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243" y="349885"/>
            <a:ext cx="2872797" cy="1253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pic>
        <p:nvPicPr>
          <p:cNvPr id="39" name="Рисунок 38" descr="Изображение выглядит как текст, Графика, Шрифт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DC7CD974-0002-35FE-7514-A270B0863F1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056" b="10056"/>
          <a:stretch>
            <a:fillRect/>
          </a:stretch>
        </p:blipFill>
        <p:spPr>
          <a:xfrm>
            <a:off x="0" y="334963"/>
            <a:ext cx="6456363" cy="2971800"/>
          </a:xfrm>
        </p:spPr>
      </p:pic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lnSpcReduction="10000"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18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lang="ru-RU" sz="1200" b="0" dirty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Забота о питомце связывает расходы, накопления и последствия выбора. Ребёнок распределяет условные монеты, выполняет задания и сравнивает план с результатом.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Колесников Никита Юрьевич, бакалавр 09.03.01 Информатика и вычислительная техника</a:t>
            </a:r>
            <a:endParaRPr lang="ru-RU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Участников: 4 человека</a:t>
            </a:r>
            <a:r>
              <a:rPr lang="ru-RU" dirty="0">
                <a:solidFill>
                  <a:schemeClr val="tx1"/>
                </a:solidFill>
              </a:rPr>
              <a:t/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Команда объединилась для разработки игры о финансовых решениях.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ГБПОУ МО «Луховицкий авиационный техникум»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Московская область, Луховицы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lang="ru-RU" sz="2400" dirty="0">
                <a:solidFill>
                  <a:schemeClr val="accent5"/>
                </a:solidFill>
                <a:latin typeface="+mn-lt"/>
              </a:rPr>
              <a:t>студия 37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 dirty="0">
                <a:solidFill>
                  <a:schemeClr val="tx1"/>
                </a:solidFill>
              </a:rPr>
              <a:t>Игровой Android-прототип для детей 7–11 лет. Ребёнок выбирает питомца и распределяет условные монеты между повседневными нуждами, мечтой и запасом.</a:t>
            </a:r>
            <a:r>
              <a:rPr lang="ru-RU" sz="1200" dirty="0" err="1">
                <a:solidFill>
                  <a:schemeClr val="tx1"/>
                </a:solidFill>
              </a:rPr>
              <a:t/>
            </a:r>
            <a:r>
              <a:rPr lang="ru-RU" sz="1200" dirty="0">
                <a:solidFill>
                  <a:schemeClr val="tx1"/>
                </a:solidFill>
              </a:rPr>
              <a:t/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2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Проектировщик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@EgoRus26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+79055164857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ГБПОУ МО «Луховицкий авиационный техникум»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Егор Кручинин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Тестировщик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@generalxaxe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+79015289961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ГБПОУ МО «Луховицкий авиационный техникум»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Лев Павлов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Технический писатель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@Demetrius_777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+79169987647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ГБПОУ МО «Луховицкий авиационный техникум»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Дмитрий </a:t>
            </a:r>
            <a:r>
              <a:rPr lang="ru-RU" sz="1600" b="1" dirty="0" err="1">
                <a:solidFill>
                  <a:schemeClr val="accent5"/>
                </a:solidFill>
              </a:rPr>
              <a:t>Висляев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3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8A7084B-9E96-D30B-E39B-6AFB3CD1E291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4"/>
          <a:srcRect t="257" b="257"/>
          <a:stretch/>
        </p:blipFill>
        <p:spPr>
          <a:xfrm>
            <a:off x="581025" y="1816100"/>
            <a:ext cx="1722438" cy="1552575"/>
          </a:xfr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84866D34-18EC-7D73-00D9-6F87678F28F2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5"/>
          <a:srcRect t="1186" b="1186"/>
          <a:stretch/>
        </p:blipFill>
        <p:spPr>
          <a:xfrm>
            <a:off x="2886075" y="1827213"/>
            <a:ext cx="1722438" cy="1541462"/>
          </a:xfr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F3FCA67B-F11F-6AB9-DDBE-A79C7B520F32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6"/>
          <a:srcRect l="6274" r="6274"/>
          <a:stretch/>
        </p:blipFill>
        <p:spPr>
          <a:xfrm>
            <a:off x="5191125" y="1809750"/>
            <a:ext cx="1722438" cy="1558925"/>
          </a:xfr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333E8729-F1A6-6A7E-D6AA-215B42725A81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7"/>
          <a:srcRect t="1795" b="1795"/>
          <a:stretch/>
        </p:blipFill>
        <p:spPr>
          <a:xfrm>
            <a:off x="7519988" y="1809750"/>
            <a:ext cx="1722437" cy="1558925"/>
          </a:xfr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rPr lang="ru-RU" dirty="0">
                <a:latin typeface="+mn-lt"/>
              </a:rPr>
              <a:t>Команда «студия 37»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@iMrflashI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+79096553762</a:t>
            </a:r>
            <a:endParaRPr lang="ru-RU" sz="105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ГБПОУ МО «Луховицкий авиационный техникум»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Никита Колесников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 fontScale="92500" lnSpcReduction="2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Первый совместный проект команды обучающихся и преподавателей. Мы выбрали задачу, чтобы создать полезную игру и освоить новые для нас технологии.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Главные вызовы — работа с 3D-моделями и анимацией, а также размер Android-сборки. Мы проверяли сцены и оптимизировали ресурсы приложения.</a:t>
            </a:r>
            <a:r>
              <a:rPr lang="en-US" dirty="0">
                <a:solidFill>
                  <a:schemeClr val="tx1"/>
                </a:solidFill>
              </a:rPr>
              <a:t/>
            </a:r>
            <a:r>
              <a:rPr lang="ru-RU" dirty="0">
                <a:solidFill>
                  <a:schemeClr val="tx1"/>
                </a:solidFill>
              </a:rPr>
              <a:t/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 lnSpcReduction="10000"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Детям 7–11 лет важно видеть последствия финансовых решений. В перспективе игру можно использовать на внеурочных занятиях в начальной школе.</a:t>
            </a:r>
            <a:r>
              <a:rPr lang="ru-RU" dirty="0" err="1">
                <a:solidFill>
                  <a:schemeClr val="tx1"/>
                </a:solidFill>
              </a:rPr>
              <a:t/>
            </a:r>
            <a:r>
              <a:rPr lang="ru-RU" dirty="0">
                <a:solidFill>
                  <a:schemeClr val="tx1"/>
                </a:solidFill>
              </a:rPr>
              <a:t/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  <p:sp>
        <p:nvSpPr>
          <p:cNvPr id="3" name="Заголовок 6">
            <a:extLst>
              <a:ext uri="{FF2B5EF4-FFF2-40B4-BE49-F238E27FC236}">
                <a16:creationId xmlns:a16="http://schemas.microsoft.com/office/drawing/2014/main" id="{76FB4B49-2F69-7CAD-1E11-2400849580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449263"/>
            <a:ext cx="9863138" cy="376237"/>
          </a:xfrm>
        </p:spPr>
        <p:txBody>
          <a:bodyPr/>
          <a:lstStyle/>
          <a:p>
            <a:r>
              <a:rPr lang="ru-RU" dirty="0">
                <a:latin typeface="+mn-lt"/>
              </a:rPr>
              <a:t>Команда «студия 37»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5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 err="1">
                <a:solidFill>
                  <a:schemeClr val="tx1"/>
                </a:solidFill>
              </a:rPr>
              <a:t>Android</a:t>
            </a:r>
            <a:r>
              <a:rPr lang="ru-RU" sz="1400" dirty="0">
                <a:solidFill>
                  <a:schemeClr val="tx1"/>
                </a:solidFill>
              </a:rPr>
              <a:t>-приложение на </a:t>
            </a:r>
            <a:r>
              <a:rPr lang="ru-RU" sz="1400" dirty="0" err="1">
                <a:solidFill>
                  <a:schemeClr val="tx1"/>
                </a:solidFill>
              </a:rPr>
              <a:t>Flutter</a:t>
            </a:r>
            <a:r>
              <a:rPr lang="ru-RU" sz="1400" dirty="0">
                <a:solidFill>
                  <a:schemeClr val="tx1"/>
                </a:solidFill>
              </a:rPr>
              <a:t>.</a:t>
            </a:r>
          </a:p>
          <a:p>
            <a:r>
              <a:rPr lang="ru-RU" sz="1400" dirty="0">
                <a:solidFill>
                  <a:schemeClr val="tx1"/>
                </a:solidFill>
              </a:rPr>
              <a:t>3D-мир в </a:t>
            </a:r>
            <a:r>
              <a:rPr lang="ru-RU" sz="1400" dirty="0" err="1">
                <a:solidFill>
                  <a:schemeClr val="tx1"/>
                </a:solidFill>
              </a:rPr>
              <a:t>WebView</a:t>
            </a:r>
            <a:r>
              <a:rPr lang="ru-RU" sz="1400" dirty="0">
                <a:solidFill>
                  <a:schemeClr val="tx1"/>
                </a:solidFill>
              </a:rPr>
              <a:t>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Офлайн-помощник по деньгам.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Игровые монеты без платежей.</a:t>
            </a:r>
          </a:p>
          <a:p>
            <a:r>
              <a:rPr lang="ru-RU" sz="1400" dirty="0">
                <a:solidFill>
                  <a:schemeClr val="tx1"/>
                </a:solidFill>
              </a:rPr>
              <a:t>Учебный цикл: планировать, копить, выбирать.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400" b="0" dirty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Игра для детей 7–11 лет: они выбирают питомца, распределяют игровые монеты и видят последствия решений.</a:t>
            </a:r>
            <a:r>
              <a:rPr lang="ru-RU" sz="1400" dirty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/>
            </a:r>
            <a:r>
              <a:rPr lang="ru-RU" sz="1400" b="0" dirty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/>
            </a:r>
          </a:p>
          <a:p>
            <a:pPr marL="0" indent="0">
              <a:buNone/>
            </a:pPr>
            <a:r>
              <a:rPr lang="ru-RU" sz="1400" b="0" dirty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Задания опираются на знакомые бытовые ситуации и помогают обсуждать расходы и накопления.</a:t>
            </a:r>
          </a:p>
          <a:p>
            <a:pPr marL="0" indent="0">
              <a:buNone/>
            </a:pPr>
            <a:r>
              <a:rPr lang="ru-RU" sz="1400" b="0" dirty="0" err="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В перспективе игру можно использовать на внеурочных занятиях в начальной школе.</a:t>
            </a:r>
            <a:r>
              <a:rPr lang="ru-RU" sz="1400" b="0" dirty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/>
            </a:r>
          </a:p>
          <a:p>
            <a:pPr marL="0" indent="0">
              <a:buNone/>
            </a:pPr>
            <a:endParaRPr lang="ru-RU" sz="1400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11194</TotalTime>
  <Words>393</Words>
  <Application>Microsoft Office PowerPoint</Application>
  <PresentationFormat>Широкоэкранный</PresentationFormat>
  <Paragraphs>62</Paragraphs>
  <Slides>5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10" baseType="lpstr">
      <vt:lpstr>Arial</vt:lpstr>
      <vt:lpstr>Calibri</vt:lpstr>
      <vt:lpstr>Montserrat</vt:lpstr>
      <vt:lpstr>Wingdings</vt:lpstr>
      <vt:lpstr>Для Академия инноваторов 16_9</vt:lpstr>
      <vt:lpstr>студия 37</vt:lpstr>
      <vt:lpstr>студия 37</vt:lpstr>
      <vt:lpstr>Команда «студия 37»</vt:lpstr>
      <vt:lpstr>Команда «студия 37»</vt:lpstr>
      <vt:lpstr>КОРОТКО О РЕШЕНИИ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Admin</cp:lastModifiedBy>
  <cp:revision>96</cp:revision>
  <dcterms:created xsi:type="dcterms:W3CDTF">2023-05-15T07:36:23Z</dcterms:created>
  <dcterms:modified xsi:type="dcterms:W3CDTF">2026-09-29T19:59:27Z</dcterms:modified>
</cp:coreProperties>
</file>