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73241b02c00c4046" Type="http://schemas.openxmlformats.org/officeDocument/2006/relationships/officeDocument" Target="ppt/presentation.xml"/><Relationship Id="Rf1b8c5e1de0e4991" Type="http://schemas.openxmlformats.org/officeDocument/2006/relationships/extended-properties" Target="docProps/app.xml"/><Relationship Id="Rf5d58d05812d408b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4c307457c441de"/>
  </p:sldMasterIdLst>
  <p:notesMasterIdLst>
    <p:notesMasterId xmlns:r="http://schemas.openxmlformats.org/officeDocument/2006/relationships" r:id="R4dd23df082874dde"/>
  </p:notesMasterIdLst>
  <p:sldIdLst>
    <p:sldId xmlns:r="http://schemas.openxmlformats.org/officeDocument/2006/relationships" id="256" r:id="R9f25fa7215874b22"/>
    <p:sldId xmlns:r="http://schemas.openxmlformats.org/officeDocument/2006/relationships" id="257" r:id="R81a5b545986b4b06"/>
    <p:sldId xmlns:r="http://schemas.openxmlformats.org/officeDocument/2006/relationships" id="258" r:id="R68a4e2cb2cb54910"/>
    <p:sldId xmlns:r="http://schemas.openxmlformats.org/officeDocument/2006/relationships" id="259" r:id="R5fcbfcda4eb44d08"/>
    <p:sldId xmlns:r="http://schemas.openxmlformats.org/officeDocument/2006/relationships" id="260" r:id="R4c963fbf69724a4c"/>
    <p:sldId xmlns:r="http://schemas.openxmlformats.org/officeDocument/2006/relationships" id="261" r:id="R9b2f3b19c01141c7"/>
    <p:sldId xmlns:r="http://schemas.openxmlformats.org/officeDocument/2006/relationships" id="262" r:id="Rca4d986eb357465d"/>
    <p:sldId xmlns:r="http://schemas.openxmlformats.org/officeDocument/2006/relationships" id="263" r:id="R733c92c63dc248d0"/>
    <p:sldId xmlns:r="http://schemas.openxmlformats.org/officeDocument/2006/relationships" id="264" r:id="Rca33356d1c9846af"/>
    <p:sldId xmlns:r="http://schemas.openxmlformats.org/officeDocument/2006/relationships" id="265" r:id="Rf35d3b1225984a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4c307457c441de" Type="http://schemas.openxmlformats.org/officeDocument/2006/relationships/slideMaster" Target="slideMasters/slideMaster1.xml"/><Relationship Id="R42a44c580d5545fe" Type="http://schemas.openxmlformats.org/officeDocument/2006/relationships/theme" Target="theme/theme1.xml"/><Relationship Id="R4c963fbf69724a4c" Type="http://schemas.openxmlformats.org/officeDocument/2006/relationships/slide" Target="slides/slide5.xml"/><Relationship Id="R4dd23df082874dde" Type="http://schemas.openxmlformats.org/officeDocument/2006/relationships/notesMaster" Target="notesMasters/notesMaster1.xml"/><Relationship Id="R5fcbfcda4eb44d08" Type="http://schemas.openxmlformats.org/officeDocument/2006/relationships/slide" Target="slides/slide4.xml"/><Relationship Id="R68a4e2cb2cb54910" Type="http://schemas.openxmlformats.org/officeDocument/2006/relationships/slide" Target="slides/slide3.xml"/><Relationship Id="R733c92c63dc248d0" Type="http://schemas.openxmlformats.org/officeDocument/2006/relationships/slide" Target="slides/slide8.xml"/><Relationship Id="R8066da0f73cc4c32" Type="http://schemas.openxmlformats.org/officeDocument/2006/relationships/tableStyles" Target="tableStyles.xml"/><Relationship Id="R81a5b545986b4b06" Type="http://schemas.openxmlformats.org/officeDocument/2006/relationships/slide" Target="slides/slide2.xml"/><Relationship Id="R87e1f5af6a8440e8" Type="http://schemas.openxmlformats.org/officeDocument/2006/relationships/presProps" Target="presProps.xml"/><Relationship Id="R9b2f3b19c01141c7" Type="http://schemas.openxmlformats.org/officeDocument/2006/relationships/slide" Target="slides/slide6.xml"/><Relationship Id="R9f25fa7215874b22" Type="http://schemas.openxmlformats.org/officeDocument/2006/relationships/slide" Target="slides/slide1.xml"/><Relationship Id="Rca33356d1c9846af" Type="http://schemas.openxmlformats.org/officeDocument/2006/relationships/slide" Target="slides/slide9.xml"/><Relationship Id="Rca4d986eb357465d" Type="http://schemas.openxmlformats.org/officeDocument/2006/relationships/slide" Target="slides/slide7.xml"/><Relationship Id="Rf35d3b1225984aca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8a70d6351e914dd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b1d77c15eb704238" Type="http://schemas.openxmlformats.org/officeDocument/2006/relationships/slide" Target="../slides/slide1.xml"/><Relationship Id="Rcfc3878487334e1f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9f821e8950d74a1f" Type="http://schemas.openxmlformats.org/officeDocument/2006/relationships/notesMaster" Target="../notesMasters/notesMaster1.xml"/><Relationship Id="Rdedb8d804a10493b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0d44d4d5552041a7" Type="http://schemas.openxmlformats.org/officeDocument/2006/relationships/notesMaster" Target="../notesMasters/notesMaster1.xml"/><Relationship Id="Rb87e4c9dae2e40d8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e626a1d35b04cc1" Type="http://schemas.openxmlformats.org/officeDocument/2006/relationships/notesMaster" Target="../notesMasters/notesMaster1.xml"/><Relationship Id="Rba654465a00049be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2d75a20f66f34fc5" Type="http://schemas.openxmlformats.org/officeDocument/2006/relationships/notesMaster" Target="../notesMasters/notesMaster1.xml"/><Relationship Id="Rc914698d086247e5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360c6498de6d47f6" Type="http://schemas.openxmlformats.org/officeDocument/2006/relationships/notesMaster" Target="../notesMasters/notesMaster1.xml"/><Relationship Id="R3f822f98eb944a43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72b3f65d8f39404f" Type="http://schemas.openxmlformats.org/officeDocument/2006/relationships/slide" Target="../slides/slide7.xml"/><Relationship Id="R8c3db690a91e4edc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0867e95b73924db9" Type="http://schemas.openxmlformats.org/officeDocument/2006/relationships/notesMaster" Target="../notesMasters/notesMaster1.xml"/><Relationship Id="R50f7f15717a84a39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a7130063b5534b8a" Type="http://schemas.openxmlformats.org/officeDocument/2006/relationships/slide" Target="../slides/slide9.xml"/><Relationship Id="Re1b15e53e8174b7f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06e2360ee0e649fd" Type="http://schemas.openxmlformats.org/officeDocument/2006/relationships/notesMaster" Target="../notesMasters/notesMaster1.xml"/><Relationship Id="R2dbe91d72763401e" Type="http://schemas.openxmlformats.org/officeDocument/2006/relationships/slide" Target="../slides/slide1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docs/GAME_CONCEPT.md §§1–3; app/pubspec.yaml. Рабочее название. Внутренний пакет до финальной Android-приёмки, не доказательство готовности продукта.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ТЗ §§1–2.6; docs/GAME_CONCEPT.md §8. Это целевые результаты обучения; доказанный образовательный эффект не заявлен.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docs/GAME_CONCEPT.md §§4–9. Схема целевого пути; не скриншот приложения. Выбор питомца ребёнком обязателен.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docs/GAME_CONCEPT.md §§6–10; content/game-canon.json. Значения определены командой, не ТЗ. Демопуть: итог30/5/5. Не утверждает прохождение в APK.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ТЗ §§2.5–2.6; outputs/full-app-acceptance-2026-09-27/acceptance-matrix.json; docs/financial-fixes-2026-09-27.md. Код и исторические тесты не означают Android-приёмку.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AGENTS.md, обязательная композиция 25.09; docs/GAME_CONCEPT.md §§3,11. Схема композиции, не кадр и не макет финального Android-приложения.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app/pubspec.yaml; app/lib; docs/financial-fixes-2026-09-27.md. SDK/native состав подтверждается по финальному APK. Нет серверной части в текущей поставке.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content/game-canon.json; app/lib; docs/delivery-2026-09-27/content-extension-example.json; manual.md. Пример расширения не включён в приложение.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docs/app-acceptance-2026-09-27.md; outputs/delivery-2026-09-27/rights/rights.md; tasks/asset-first-production-2026-09-25.md. Recorded run: work/minigames-2026-09-27/flutter-analyze-final-20260927.log and flutter-full-final-20260927.log, result exit0,654files changed0. Subsequently runtime.js and runtime-dish-water.mjs changed; the new runtime needs revalidation. Это Flutter tests на срезе прогона, не Android/WebView приёмка.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ТЗ §§4–5; requirements.md; media-and-refresh.md. Ссылки в этой рабочей версии локальные. Доступ экспертов и release tag ещё не созданы; внешняя передача требует разрешения владельца.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af7bf8b915749e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b4f07d7898445ff" Type="http://schemas.openxmlformats.org/officeDocument/2006/relationships/theme" Target="theme/theme2.xml"/><Relationship Id="R2c1a69a940364db0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1a69a940364d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e2e795bea61420f" Type="http://schemas.openxmlformats.org/officeDocument/2006/relationships/slideLayout" Target="../slideLayouts/slideLayout1.xml"/><Relationship Id="R311487c014c3462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91cac7703c994ab6" Type="http://schemas.openxmlformats.org/officeDocument/2006/relationships/slideLayout" Target="../slideLayouts/slideLayout1.xml"/><Relationship Id="Ra2c85951e76f4daa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09d1130729fc48a6" Type="http://schemas.openxmlformats.org/officeDocument/2006/relationships/slideLayout" Target="../slideLayouts/slideLayout1.xml"/><Relationship Id="R5ab5eacb53254d3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c7146f7c4a354d30" Type="http://schemas.openxmlformats.org/officeDocument/2006/relationships/notesSlide" Target="../notesSlides/notesSlide4.xml"/><Relationship Id="Re4027086250c47d7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603125ba075d44fb" Type="http://schemas.openxmlformats.org/officeDocument/2006/relationships/slideLayout" Target="../slideLayouts/slideLayout1.xml"/><Relationship Id="Ra401c7dbeb0a439c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4b0e296591ae4de8" Type="http://schemas.openxmlformats.org/officeDocument/2006/relationships/notesSlide" Target="../notesSlides/notesSlide6.xml"/><Relationship Id="R79b7824598ae4724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c2d875894c1d4b8e" Type="http://schemas.openxmlformats.org/officeDocument/2006/relationships/notesSlide" Target="../notesSlides/notesSlide7.xml"/><Relationship Id="Rd18127dcd743445a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4399ff2b1a704964" Type="http://schemas.openxmlformats.org/officeDocument/2006/relationships/slideLayout" Target="../slideLayouts/slideLayout1.xml"/><Relationship Id="R5745790cf091410d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265c29463fa04b69" Type="http://schemas.openxmlformats.org/officeDocument/2006/relationships/notesSlide" Target="../notesSlides/notesSlide9.xml"/><Relationship Id="R79f239e905454824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37f98ea2ecf24621" Type="http://schemas.openxmlformats.org/officeDocument/2006/relationships/notesSlide" Target="../notesSlides/notesSlide10.xml"/><Relationship Id="Rfb39b450811d44c6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BF3B4-8DAC-48BB-91DD-4C471E8D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36963"/>
                </a:solidFill>
                <a:latin typeface="Arial"/>
                <a:ea typeface="Arial"/>
                <a:cs typeface="Arial"/>
              </a:rPr>
              <a:t>ФИНАНСОВАЯ ГРАМОТНОСТЬ ЧЕРЕЗ ЗАБОТУ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33E31-A1AC-495A-996F-55B37699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Копилыч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62974-E411-49A0-9B27-78F75A27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F3702-43AD-44DD-8B35-BC303D39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студия 37  ·  29 сентября 2026  ·  промежуточная сдача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AB77F-C0A1-4104-BB55-CC5D7224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4924C-BC2E-44A3-96B2-9C5C0B4A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8953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Питомец, игровые деньги</a:t>
            </a:r>
          </a:p>
          <a:p xmlns:a="http://schemas.openxmlformats.org/drawingml/2006/main">
            <a:pPr>
              <a:defRPr sz="4125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и решения ребёнка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20BC4-5DEB-473A-9E41-9FE1A40E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9097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Для детей 7–11 лет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538423-7516-43B3-BAC4-AE53D2FE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59C95-3721-4176-9AFF-4F78A04D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0768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3D39"/>
                </a:solidFill>
                <a:latin typeface="Arial"/>
                <a:ea typeface="Arial"/>
                <a:cs typeface="Arial"/>
              </a:rPr>
              <a:t>APK 0.5.2+9 собран и подписан  ·  физический Android ещё не проверен</a:t>
            </a:r>
          </a:p>
        </p:txBody>
      </p:sp>
    </p:spTree>
    <p:extLst>
      <p:ext uri="{BB962C8B-B14F-4D97-AF65-F5344CB8AC3E}">
        <p14:creationId xmlns:p14="http://schemas.microsoft.com/office/powerpoint/2010/main" val="8126298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931706-0785-4ACF-B12C-FA33733F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36963"/>
                </a:solidFill>
                <a:latin typeface="Arial"/>
                <a:ea typeface="Arial"/>
                <a:cs typeface="Arial"/>
              </a:rPr>
              <a:t>ПРОБЛЕМА И АУДИТОРИЯ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FB2A1-09E2-4B45-ADA7-36029CEF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Три учебных результата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E9B65-B2B2-4C7D-BB70-4B0EF44C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1289E-BBB4-46EC-B721-4B55711D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студия 37  ·  29 сентября 2026  ·  промежуточная сдача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1D32E-70D3-490B-9A24-19CAE145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BBABD8-CF59-4357-84AC-265F7C77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505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38A48-FD17-4915-9006-9A760B2E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71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24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8222B4-1E0A-4155-A927-89F5B3D2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62200"/>
            <a:ext cx="3028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Бюджет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9DF58-83E5-474B-9EEB-9F0ADA1F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086100"/>
            <a:ext cx="30289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Распределить доступную сумму.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Сравнить план с фактом и объяснить изменение.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A30A9-05DF-438B-97D1-209D48E6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52650"/>
            <a:ext cx="3505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789E1-CB7E-4A69-A004-E1B1B9F9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52650"/>
            <a:ext cx="571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24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23C70D-0677-43B6-AA42-334FD41F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62200"/>
            <a:ext cx="3028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Сбережения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B2DAA4-CD85-40D9-B9F9-AA4960CF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86100"/>
            <a:ext cx="30289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Выбрать мечту и отложить деньги.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Отличить перевод от нового дохода.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5BFBB9-0676-49A4-A277-26167AB6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3505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FEE20F-76F3-4D83-957A-EE637088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571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24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B32D72-174C-4CEC-BAD5-CB10DD4A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362200"/>
            <a:ext cx="3028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Покупки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3F55B0-4EAF-492E-8F6B-1E2E9E6C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086100"/>
            <a:ext cx="30289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Различить необходимое и желаемое.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Увидеть нехватку и спокойно отложить покупку.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153401-31A7-4E47-8C48-BE57E37A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Игра даёт решение и последствие. Проверка понимания с экспертами остаётся отдельным этапом.</a:t>
            </a:r>
          </a:p>
        </p:txBody>
      </p:sp>
    </p:spTree>
    <p:extLst>
      <p:ext uri="{BB962C8B-B14F-4D97-AF65-F5344CB8AC3E}">
        <p14:creationId xmlns:p14="http://schemas.microsoft.com/office/powerpoint/2010/main" val="15843826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784022-41C5-46E0-B11B-42E0D52D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36963"/>
                </a:solidFill>
                <a:latin typeface="Arial"/>
                <a:ea typeface="Arial"/>
                <a:cs typeface="Arial"/>
              </a:rPr>
              <a:t>ПИТОМЕЦ И ИГРОВОЙ ЦИКЛ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374DE-DE70-4F96-A6A7-B23B5716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Путь ребёнка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8C253-9CE5-4E99-9E73-84644114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72CFC-BE41-4B6C-B44A-72A264F4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студия 37  ·  29 сентября 2026  ·  промежуточная сдача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ED8EC-03C6-42E1-880D-2F5F9051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1C0B3-5F17-48B7-A247-94131997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5052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F5D342-F769-4011-B14C-F33DBB54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8824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882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E0A68-7FAC-4C08-B648-8EC0ED2F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57475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Выбрать друга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DB7588-A62C-466B-A2EF-85ABD809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33725"/>
            <a:ext cx="31146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Котёнок, щенок или хомячок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111AC7-8A9E-4DF3-AFD0-768EA05B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8350"/>
            <a:ext cx="35052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28539-2E9C-4A92-88EB-C2118E8E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907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8824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882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50BD5-30CB-4DC6-836F-57A952FB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57475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Составить план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C60A98-23BB-4166-9A0B-9F98A5D5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33725"/>
            <a:ext cx="31146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Забота, желания, накопления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EA159-D1E0-4BEF-9029-07FCC731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38350"/>
            <a:ext cx="35052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38B9B0-9740-4A6F-9FBF-4CA6857B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8824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882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868F07-B9B5-4634-B1F3-540F8AFA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57475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Принять решение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F17855-91DE-469E-949A-72093148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33725"/>
            <a:ext cx="31146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Учебная ситуация и обратная связь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BBC2D7-DB0A-4CC5-BDCB-B2734F4D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35052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A749CC-720C-48CF-849B-DDE25EA1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624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8824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882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E51C3F-B71C-40F1-B8C9-178C9E28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Получить результат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C83012-DB33-40F6-BC12-8D6AFBFB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31146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Доход, покупки и вклад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78912F-5B32-4717-A8EE-186197F9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10025"/>
            <a:ext cx="35052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5EEF7C-9B61-44B6-B42E-2DAF6643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624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8824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882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585EB5-D729-406D-B323-E5F5F860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2915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Сравнить план и факт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57973B-3F5A-48B4-86EE-9BEFA487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105400"/>
            <a:ext cx="31146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Объяснить изменение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8410AA-D655-45A6-BED0-F877F064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10025"/>
            <a:ext cx="35052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030F31-6AE5-48FA-8630-5058B002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624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8824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8824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0DF14C-F5E3-4892-8501-35C3C845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2915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Продолжить заботу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0C0078-9DA0-4A4B-BB80-26653FE6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05400"/>
            <a:ext cx="31146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Новый период и рост</a:t>
            </a:r>
          </a:p>
        </p:txBody>
      </p:sp>
    </p:spTree>
    <p:extLst>
      <p:ext uri="{BB962C8B-B14F-4D97-AF65-F5344CB8AC3E}">
        <p14:creationId xmlns:p14="http://schemas.microsoft.com/office/powerpoint/2010/main" val="2218382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041819-7916-4255-B6EE-064F57F8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36963"/>
                </a:solidFill>
                <a:latin typeface="Arial"/>
                <a:ea typeface="Arial"/>
                <a:cs typeface="Arial"/>
              </a:rPr>
              <a:t>КАНОНИЧЕСКИЙ ПРИМЕР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91254-C841-446A-A387-46667373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Экономика пяти периодов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7DE70-BBF7-4A6E-B338-424D7DF6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D1303-EC71-4320-9335-630C2465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студия 37  ·  29 сентября 2026  ·  промежуточная сдача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B7D26-0D51-450C-9F4C-922F2C12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67711-CBB0-401F-899C-77C6A30A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95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BDFDE-FB74-41E4-93C8-5B6FBADE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монет при знакомстве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FCC23-0D62-423B-999A-0A131458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38350"/>
            <a:ext cx="295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+30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76A53-129B-4A0C-8558-52EB0E01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90850"/>
            <a:ext cx="328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общий предел за период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23CFF-7B76-4A40-B594-45B62BFD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38350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1B00F4-E1FD-4025-ADA5-2568467C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908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монет за повтор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79C6B5-F7BA-4BE7-AC18-F8803D39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109728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E9C8F0-70B2-41BE-A7B5-D1569741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38625"/>
            <a:ext cx="10525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100 + 5 × 30 − 5 × 15 − 15 − 120 = 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248127-4C86-457E-9D33-45666897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05375"/>
            <a:ext cx="10525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После домика: Сейчас 30  /  Мечта 5  /  Запас 5</a:t>
            </a:r>
          </a:p>
          <a:p xmlns:a="http://schemas.openxmlformats.org/drawingml/2006/main">
            <a:pPr>
              <a:defRPr sz="1875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Лежанка 35 при 30: не хватает 5, списание 0</a:t>
            </a:r>
          </a:p>
        </p:txBody>
      </p:sp>
    </p:spTree>
    <p:extLst>
      <p:ext uri="{BB962C8B-B14F-4D97-AF65-F5344CB8AC3E}">
        <p14:creationId xmlns:p14="http://schemas.microsoft.com/office/powerpoint/2010/main" val="15087721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2DB793-D22D-4DA1-B6BB-9064495F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36963"/>
                </a:solidFill>
                <a:latin typeface="Arial"/>
                <a:ea typeface="Arial"/>
                <a:cs typeface="Arial"/>
              </a:rPr>
              <a:t>ФУНКЦИИ ПРОДУКТА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14666-CD57-4300-B75D-29FE5257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Обязательный объём и проверка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F5C13-F497-40BE-B35F-5EADB3FF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7C147-4A0A-4E9F-8419-80B769FF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студия 37  ·  29 сентября 2026  ·  промежуточная сдача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CB4CC-F909-46D3-A9AC-43DBBD21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12CF9-4137-40E6-AC34-FA106D31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52768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83873-B38C-4AA5-BDBF-9F086409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571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24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EF6F9-CB4B-4B5F-8C9A-8A66439F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295525"/>
            <a:ext cx="4800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Канон продукта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42E34-A9EF-4B95-9EFA-7A8F2B4F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019425"/>
            <a:ext cx="48006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3 питомца × 3 окраса
3 стадии роста
3 комнаты
6 финансовых ситуаций</a:t>
            </a:r>
          </a:p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E8C5D1-85EF-4B09-BC00-EC246F14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85975"/>
            <a:ext cx="52768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89645-F31A-48BC-BE2E-429DCEFB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85975"/>
            <a:ext cx="571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24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02E189-220E-4BA1-8F39-449B095E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295525"/>
            <a:ext cx="4800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Приёмочные доказательства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98EAE0-C2C4-433A-826F-A7AE4EEC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019425"/>
            <a:ext cx="48006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Финансовые расчёты и повторы
Отдельный демопрофиль
Сохранение после перезапуска
Android-маршрут остаётся проверить</a:t>
            </a:r>
          </a:p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7B6D5B-AF94-4F13-A513-3F705631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APK d: 0.5.2, arm64, 257,4 МБ. Подпись v2 проверена; запуск на телефоне не подтверждён.</a:t>
            </a:r>
          </a:p>
        </p:txBody>
      </p:sp>
    </p:spTree>
    <p:extLst>
      <p:ext uri="{BB962C8B-B14F-4D97-AF65-F5344CB8AC3E}">
        <p14:creationId xmlns:p14="http://schemas.microsoft.com/office/powerpoint/2010/main" val="8913947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F29CC4-90FA-4E3A-803B-5295AD65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36963"/>
                </a:solidFill>
                <a:latin typeface="Arial"/>
                <a:ea typeface="Arial"/>
                <a:cs typeface="Arial"/>
              </a:rPr>
              <a:t>ИНТЕРФЕЙС И ДОСТУПНОСТЬ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A1DE7-201D-43A9-B3F5-11D33647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Комната занимает весь игровой экран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F3F85-B392-4B0E-861F-EEAAD5A6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B61AD-AFD3-46E3-A471-922B454A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студия 37  ·  29 сентября 2026  ·  промежуточная сдача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490B4-924C-4D9F-B874-A701483B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E4767-E838-47DD-A6FB-83649932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768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173E0-A88A-4BCE-9FA2-FDD58040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BDC180-0EA7-44EE-AEAC-B59A6AF2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228850"/>
            <a:ext cx="1971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0352B-6053-4E51-AA4E-30FD9F27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2238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EF8F6-38A9-4C2B-B304-84BD39FB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810125"/>
            <a:ext cx="19716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10426-0EE6-4E67-9879-2315B2AD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D39"/>
                </a:solidFill>
                <a:latin typeface="Arial"/>
                <a:ea typeface="Arial"/>
                <a:cs typeface="Arial"/>
              </a:rPr>
              <a:t>монеты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86E48-7B8B-436F-BD07-AA81A199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24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D39"/>
                </a:solidFill>
                <a:latin typeface="Arial"/>
                <a:ea typeface="Arial"/>
                <a:cs typeface="Arial"/>
              </a:rPr>
              <a:t>цель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715FB7-DC8D-4FEA-AF21-0CE6EF66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9149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D39"/>
                </a:solidFill>
                <a:latin typeface="Arial"/>
                <a:ea typeface="Arial"/>
                <a:cs typeface="Arial"/>
              </a:rPr>
              <a:t>комнаты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2B784C-63C0-4163-9B42-C5A37D0A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14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D39"/>
                </a:solidFill>
                <a:latin typeface="Arial"/>
                <a:ea typeface="Arial"/>
                <a:cs typeface="Arial"/>
              </a:rPr>
              <a:t>действия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7C24DF-3F0D-4988-BC0A-7A0F67B1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257550"/>
            <a:ext cx="34861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3D-комната</a:t>
            </a:r>
          </a:p>
          <a:p xmlns:a="http://schemas.openxmlformats.org/drawingml/2006/main">
            <a:pPr>
              <a:defRPr sz="2925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и питомец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1B8A6D-167A-4EE1-86CF-D10FB747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527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Схема композиции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8E4ED5-D564-4BD4-8CEB-D9CA3F2D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47900"/>
            <a:ext cx="5229225" cy="3324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D39"/>
                </a:solidFill>
                <a:latin typeface="Arial"/>
                <a:ea typeface="Arial"/>
                <a:cs typeface="Arial"/>
              </a:rPr>
              <a:t>Плавающие элементы поверх мира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D39"/>
                </a:solidFill>
                <a:latin typeface="Arial"/>
                <a:ea typeface="Arial"/>
                <a:cs typeface="Arial"/>
              </a:rPr>
              <a:t>Крупный текст и TalkBack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D39"/>
                </a:solidFill>
                <a:latin typeface="Arial"/>
                <a:ea typeface="Arial"/>
                <a:cs typeface="Arial"/>
              </a:rPr>
              <a:t>Жесты с альтернативой нажатием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D39"/>
                </a:solidFill>
                <a:latin typeface="Arial"/>
                <a:ea typeface="Arial"/>
                <a:cs typeface="Arial"/>
              </a:rPr>
              <a:t>Звук и голос можно отключить</a:t>
            </a:r>
          </a:p>
        </p:txBody>
      </p:sp>
    </p:spTree>
    <p:extLst>
      <p:ext uri="{BB962C8B-B14F-4D97-AF65-F5344CB8AC3E}">
        <p14:creationId xmlns:p14="http://schemas.microsoft.com/office/powerpoint/2010/main" val="20356797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96F4FC-2CF2-4D5A-8067-CBAB5937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36963"/>
                </a:solidFill>
                <a:latin typeface="Arial"/>
                <a:ea typeface="Arial"/>
                <a:cs typeface="Arial"/>
              </a:rPr>
              <a:t>КОМПОНЕНТЫ И ДАННЫЕ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A700A-FB3D-4F83-BEB5-CFDD9CD8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Локальная архитектура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832EE-C3F6-43C2-8F92-9BC5FDD4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09865-295B-4932-8B16-3684C9FB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студия 37  ·  29 сентября 2026  ·  промежуточная сдача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C9536-0934-4FB7-AE0E-41D0FABB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72984-842D-4A0A-801D-95E12A6B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5052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3439B-3E2E-46C8-B541-0415C4B7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715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24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E1021-57B2-4A52-B87B-3D5D67D6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286000"/>
            <a:ext cx="3028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Flutter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8A4C2-DEC5-4C92-A571-E3169E77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009900"/>
            <a:ext cx="3028950" cy="2200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Экраны и подтверждения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Профили и экономика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SQLite и сохранения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E30A1-0629-40EB-ADE6-85FD3DCF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76450"/>
            <a:ext cx="35052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45D07-9E8D-4507-8976-C17CC260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76450"/>
            <a:ext cx="5715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24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DD164A-A7D5-4991-820A-D0C3A3DD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86000"/>
            <a:ext cx="3028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WebView и Three.js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CD07EF-94F6-4F0E-93D0-8277F31E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09900"/>
            <a:ext cx="3028950" cy="2200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Полноэкранный 3D-мир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Комнаты и взаимодействия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Связь с игровыми командами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DB46D3-5358-4774-8CE6-E496439E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76450"/>
            <a:ext cx="35052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6943B-1589-461A-AE73-917D250F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76450"/>
            <a:ext cx="5715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24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BFF857-95BE-461B-B602-46F9EA47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86000"/>
            <a:ext cx="3028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Локальные ресурсы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1A5F21-0BE5-42B8-82BE-E85339F8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009900"/>
            <a:ext cx="3028950" cy="2200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GLB, изображения и звук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Необязательные ASR/TTS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Лицензии каждого компонента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FAE42E-D0DC-4EE5-BACF-ED4F6E33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Финансовая операция и сохранение должны быть атомарны; повтор события не выдаёт награду снова.</a:t>
            </a:r>
          </a:p>
        </p:txBody>
      </p:sp>
    </p:spTree>
    <p:extLst>
      <p:ext uri="{BB962C8B-B14F-4D97-AF65-F5344CB8AC3E}">
        <p14:creationId xmlns:p14="http://schemas.microsoft.com/office/powerpoint/2010/main" val="16093696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67FD7B-0DD2-424A-9FF1-90DDC511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36963"/>
                </a:solidFill>
                <a:latin typeface="Arial"/>
                <a:ea typeface="Arial"/>
                <a:cs typeface="Arial"/>
              </a:rPr>
              <a:t>РАСШИРЕНИЕ И ПОДДЕРЖКА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910D2-06CD-42FA-89E7-01BF71A5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Контент отделён от финансовых правил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BE4BA-0A06-4BBC-B929-06E95609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6A2A2-F26E-4687-BF4B-3575A98F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студия 37  ·  29 сентября 2026  ·  промежуточная сдача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541A9-9F5C-47C7-92DD-7F383F1C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B9016-97CD-41A3-8EC0-E4B0E46F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52768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4117C-50D1-4C25-B06A-BAEE9D51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571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24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029EC-1717-4D07-9F4D-A006EF5D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14575"/>
            <a:ext cx="4800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Учебная карта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06071-F687-4288-AF3B-DA7B9EC4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038475"/>
            <a:ext cx="4800600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B02 и B04 — бюджет</a:t>
            </a:r>
          </a:p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S01 и S02 — сбережения</a:t>
            </a:r>
          </a:p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P01 и P06 — покупки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Бытовые J01–J06 дополняют уроки.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038C76-B5B3-4C4E-BAF4-31AEA63A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05025"/>
            <a:ext cx="52768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9D631-AE66-4895-B6DA-DD002CE9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05025"/>
            <a:ext cx="571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24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AB2CA-CE61-475B-BF40-2E862DA8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314575"/>
            <a:ext cx="4800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Без изменения ядра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12A8F9-7264-4043-8709-292E3DC3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038475"/>
            <a:ext cx="4800600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Новый ID и тексты</a:t>
            </a:r>
          </a:p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Поддержанный actionTag</a:t>
            </a:r>
          </a:p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Условия и обратная связь</a:t>
            </a:r>
          </a:p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Проверка повторов и кошелька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Новая механика требует кода.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43752-CE9C-4CB1-ADFE-4E9C0EF7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Данные X01 проверены на Dart-ядре. UI и интеграция нового урока не проверялись.</a:t>
            </a:r>
          </a:p>
        </p:txBody>
      </p:sp>
    </p:spTree>
    <p:extLst>
      <p:ext uri="{BB962C8B-B14F-4D97-AF65-F5344CB8AC3E}">
        <p14:creationId xmlns:p14="http://schemas.microsoft.com/office/powerpoint/2010/main" val="20029994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99A9D1-2B21-4A53-A48A-8BE14A8E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36963"/>
                </a:solidFill>
                <a:latin typeface="Arial"/>
                <a:ea typeface="Arial"/>
                <a:cs typeface="Arial"/>
              </a:rPr>
              <a:t>ГОТОВНОСТЬ И СЛЕДУЮЩИЙ ЭТАП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591FD-1AB0-4993-9D8E-B194FA80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Проверки и оставшиеся ограничения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FB71C-E7DB-423D-B92F-4C7EEC33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F29E6-77E6-4869-A193-E46D4308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студия 37  ·  29 сентября 2026  ·  промежуточная сдача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43772-1FB8-4692-8762-483AC00C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E8DDB-3AC4-481D-B704-45B4776F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76850" cy="3609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114A3-130E-4980-8C17-0119DEFE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7150" cy="3609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24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D5538-76B7-432B-8D23-AB90DD51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286000"/>
            <a:ext cx="4800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Проверить на устройстве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BEE186-D299-42C8-ACD9-4EA543FD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009900"/>
            <a:ext cx="48006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Android 8+ и 360 dp</a:t>
            </a:r>
          </a:p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Физический аппарат ≥3 ГБ</a:t>
            </a:r>
          </a:p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Запуск ≤5 с, отклик ≤1 с</a:t>
            </a:r>
          </a:p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Офлайн, отказ микрофона</a:t>
            </a:r>
          </a:p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Сохранение, reset и delete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320C48-697B-4880-8710-D798971C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76450"/>
            <a:ext cx="5276850" cy="3609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6F2E7-33BE-45EA-BDD9-EF82064D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76450"/>
            <a:ext cx="57150" cy="3609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24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0055F-2850-48A6-98EA-82F5617A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286000"/>
            <a:ext cx="4800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До передачи экспертам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2A890E-8E27-4B4E-A4C1-4B394A2A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009900"/>
            <a:ext cx="48006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Завершить приёмку ассетов
Пройти APK d на телефоне
Закрыть доказательства прав
Снять кадры и видео ≤3 минут
Проверить доступ к репозиторию</a:t>
            </a:r>
          </a:p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1F78F8-77A8-4739-A387-5EC9D5F6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Flutter: 236/236 тестов, analyze без замечаний. Android d: установка и запуск не проверены.</a:t>
            </a:r>
          </a:p>
        </p:txBody>
      </p:sp>
    </p:spTree>
    <p:extLst>
      <p:ext uri="{BB962C8B-B14F-4D97-AF65-F5344CB8AC3E}">
        <p14:creationId xmlns:p14="http://schemas.microsoft.com/office/powerpoint/2010/main" val="955226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AD0785-762C-4771-9D75-32B981BE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36963"/>
                </a:solidFill>
                <a:latin typeface="Arial"/>
                <a:ea typeface="Arial"/>
                <a:cs typeface="Arial"/>
              </a:rPr>
              <a:t>ДОКУМЕНТЫ И МАТЕРИАЛЫ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77924-E20D-4A8E-94B4-1E9A1C9E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Комплект для воспроизведения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AD9DD-0C04-483A-8B2E-75B722B3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A8362-81B1-4DF5-AE7E-3D958297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студия 37  ·  29 сентября 2026  ·  промежуточная сдача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161A3-858E-4F4C-9F37-8D7CFA43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15A4D-2159-4CCB-AD2E-03FDF792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Техническое руководство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49559-DD49-4E85-81FD-6CE4E5DA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Установка, архитектура, экономика, данные, контент, тесты и ограничения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2AB38-A749-4D76-BD88-B074E9E1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Реестр источников и прав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7B5E3-0F65-49A5-BDAF-46AF764D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JSON и CSV: пути, хэши, происхождение, условия и незакрытые доказательства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A4AEE-DA5F-49D7-B989-4D6FADA6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D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D39"/>
                </a:solidFill>
                <a:latin typeface="Arial"/>
                <a:ea typeface="Arial"/>
                <a:cs typeface="Arial"/>
              </a:rPr>
              <a:t>Текущий APK 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A0F0C-9125-4568-B208-983A8F9D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Версия 0.5.2, arm64, подпись v2, SHA-256 в README. Android-отчёт и кадры ещё нужны.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C22F21-8C79-4128-8F87-72DD6A7F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9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963"/>
                </a:solidFill>
                <a:latin typeface="Arial"/>
                <a:ea typeface="Arial"/>
                <a:cs typeface="Arial"/>
              </a:rPr>
              <a:t>github.com/punkpsyh-hash/studio37-kopilych-lct2026</a:t>
            </a:r>
          </a:p>
        </p:txBody>
      </p:sp>
    </p:spTree>
    <p:extLst>
      <p:ext uri="{BB962C8B-B14F-4D97-AF65-F5344CB8AC3E}">
        <p14:creationId xmlns:p14="http://schemas.microsoft.com/office/powerpoint/2010/main" val="11738934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2026-09-27T09:58:03.1830000Z</dcterms:created>
  <dcterms:modified xsi:type="dcterms:W3CDTF">2026-09-27T09:58:03.1840000Z</dcterms:modified>
</coreProperties>
</file>